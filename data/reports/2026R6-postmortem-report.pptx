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64316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46 de 53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33 de 38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