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2026R9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2026R9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113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73 de 88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43A2F"/>
                </a:solidFill>
                <a:latin typeface="Calibri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15 de 25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