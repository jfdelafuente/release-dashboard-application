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2026R4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37 de 43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26 de 28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