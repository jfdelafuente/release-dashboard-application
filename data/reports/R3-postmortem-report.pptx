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orange-logo-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64316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988E"/>
                </a:solidFill>
                <a:latin typeface="Calibri"/>
              </a:rPr>
              <a:t>Customer &amp; Service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Calibri"/>
              </a:rPr>
              <a:t>POSTMORTEM · MASORANGE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9905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B2A9"/>
                </a:solidFill>
                <a:latin typeface="Calibri"/>
              </a:rPr>
              <a:t>Informe de postmortem — rendimiento de incidencias por despliegue y evolución operativa.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Métricas Globales — R3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0B09"/>
                </a:solidFill>
                <a:latin typeface="Calibri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Total Incidencias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81%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PaP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26 de 32 incidencias PaP resueltas el día del PaP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Mesa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9 de 11 incidencias Mesa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7619695" cy="4127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Comparativa de KPIs por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PaP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55767" cy="4546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78727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1ª semana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645920"/>
            <a:ext cx="5455767" cy="4546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