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asorange-logo-pos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643168" cy="2926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2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9E988E"/>
                </a:solidFill>
                <a:latin typeface="Calibri"/>
              </a:rPr>
              <a:t>Customer &amp; Service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7900"/>
                </a:solidFill>
                <a:latin typeface="Calibri"/>
              </a:rPr>
              <a:t>POSTMORTEM · MASORANGE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1109441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2026R7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9905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B2A9"/>
                </a:solidFill>
                <a:latin typeface="Calibri"/>
              </a:rPr>
              <a:t>Informe de postmortem — rendimiento de incidencias por despliegue y evolución operativa.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Métricas Globales — 2026R7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C0B09"/>
                </a:solidFill>
                <a:latin typeface="Calibri"/>
              </a:rPr>
              <a:t>177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Total Incidencias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180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089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77%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PaP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54 de 70 incidencias PaP resueltas el día del PaP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32918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50800" cy="155448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920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D8754"/>
                </a:solidFill>
                <a:latin typeface="Calibri"/>
              </a:rPr>
              <a:t>79%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94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C5852"/>
                </a:solidFill>
                <a:latin typeface="Calibri"/>
              </a:rPr>
              <a:t>% Resueltas Mesa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C5852"/>
                </a:solidFill>
                <a:latin typeface="Calibri"/>
              </a:rPr>
              <a:t>84 de 107 incidencias Mesa</a:t>
            </a:r>
          </a:p>
          <a:p>
            <a:r>
              <a:rPr sz="900">
                <a:solidFill>
                  <a:srgbClr val="5C5852"/>
                </a:solidFill>
                <a:latin typeface="Calibri"/>
              </a:rPr>
              <a:t>Objetivo: 75%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7619695" cy="41273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0B09"/>
                </a:solidFill>
                <a:latin typeface="Calibri"/>
              </a:rPr>
              <a:t>Comparativa de KPIs por Release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7295" cy="38100"/>
          </a:xfrm>
          <a:prstGeom prst="rect">
            <a:avLst/>
          </a:prstGeom>
          <a:solidFill>
            <a:srgbClr val="FF7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PaP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55767" cy="4546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78727" y="1188720"/>
            <a:ext cx="54557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C0B09"/>
                </a:solidFill>
                <a:latin typeface="Calibri"/>
              </a:rPr>
              <a:t>KPI % 1ª semana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645920"/>
            <a:ext cx="5455767" cy="454647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